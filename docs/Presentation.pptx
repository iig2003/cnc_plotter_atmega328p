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3859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Hello everyone — today I'm presenting my final project: an XY G-code pen plotter. It's a two-axis drawing machine that takes a digital image and reproduces it as pen strokes on paper, fully automatically. (~20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motivation was to bring together computer vision, motion control, and embedded firmware into a single, low-cost desktop CNC plotter — you load a picture, and the machine draws it. (~30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the full system. On the PC side, Plotter Studio or the command-line tool sends G-code over a 9600-baud serial link. The Arduino-class board interprets it, drives two stepper motors through A4988 drivers, and actuates a servo to lift and lower the pen. (~35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hardware is a standard belt-driven XY gantry: two NEMA17 steppers give 80 steps per millimetre of precision, limit switches handle automatic homing, and a small servo lifts and lowers the pen. One design fix worth mentioning: I moved the servo signal off pin D11 onto D4, because D11 is also the SPI programming pin. (~40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the software side, gcode_converter.py takes any image, runs it through grayscale, blur, and Canny edge detection, traces the resulting contours with OpenCV, simplifies them, and scales them to fit the physical bed — then emits standard G-code: travel moves, pen down, draw moves, pen up. (~35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of this is wrapped in a single Tkinter desktop app called Plotter Studio: load an image, tune the tracing, preview the path on a virtual bed, fix orientation issues if needed, and either save the G-code or send it straight to the plotter with live progress feedback. (~30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the firmware side, a compact G-code interpreter supports the standard move and pen commands, homes each axis precisely using a two-stage approach, and — critically — replies 'ok' after every single line. That handshake is what makes it possible to reliably stream a huge G-code file without ever overrunning the microcontroller's small serial buffer. (~35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isn't just simulated — it was validated on the real machine. A 1,310-line G-code file generated from an actual photo streamed over COM7 with zero timeouts or dropped responses, and completed the full drawing in about 18.7 minutes. Every stage of the workflow — image load, preview, save, reload, and send — was confirmed working end to end on physical hardware. (~35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real engineering problems came up during development: a pin conflict between the servo and the SPI programming line, solved by relocating the servo signal; and mirrored or upside-down drawings, solved by adding orientation controls in the app. Looking ahead, I'd like to add acceleration ramping for smoother motion, and support for a larger bed or multiple pen colors. (~35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— happy to answer any questions about the hardware, the firmware, or the software. (~10-15 seconds, remainder of time for Q&amp;A)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XY G-Code Pen Plotter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792556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C7D2FE"/>
                </a:solidFill>
                <a:latin typeface="Calibri"/>
              </a:rPr>
              <a:t>An A</a:t>
            </a:r>
            <a:r>
              <a:rPr lang="en-US" sz="2000" dirty="0">
                <a:solidFill>
                  <a:srgbClr val="C7D2FE"/>
                </a:solidFill>
                <a:latin typeface="Calibri"/>
              </a:rPr>
              <a:t>VR</a:t>
            </a:r>
            <a:r>
              <a:rPr sz="2000" dirty="0">
                <a:solidFill>
                  <a:srgbClr val="C7D2FE"/>
                </a:solidFill>
                <a:latin typeface="Calibri"/>
              </a:rPr>
              <a:t>-based system that turns a digital image into a physical pen 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352564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dirty="0">
                <a:solidFill>
                  <a:srgbClr val="A5B4FC"/>
                </a:solidFill>
              </a:rPr>
              <a:t>Inuka </a:t>
            </a:r>
            <a:r>
              <a:rPr lang="en-US" sz="1300" dirty="0" err="1">
                <a:solidFill>
                  <a:srgbClr val="A5B4FC"/>
                </a:solidFill>
              </a:rPr>
              <a:t>Indipa</a:t>
            </a:r>
            <a:r>
              <a:rPr lang="en-US" sz="1300" dirty="0">
                <a:solidFill>
                  <a:srgbClr val="A5B4FC"/>
                </a:solidFill>
              </a:rPr>
              <a:t> Gamage</a:t>
            </a:r>
            <a:r>
              <a:rPr sz="1300" dirty="0">
                <a:solidFill>
                  <a:srgbClr val="A5B4FC"/>
                </a:solidFill>
              </a:rPr>
              <a:t>  </a:t>
            </a:r>
            <a:r>
              <a:rPr lang="en-US" sz="1300" dirty="0">
                <a:solidFill>
                  <a:srgbClr val="A5B4FC"/>
                </a:solidFill>
              </a:rPr>
              <a:t>| 17237 |</a:t>
            </a:r>
            <a:r>
              <a:rPr sz="1300" dirty="0">
                <a:solidFill>
                  <a:srgbClr val="A5B4FC"/>
                </a:solidFill>
              </a:rPr>
              <a:t>  August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F46E5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2A2E63"/>
                </a:solidFill>
                <a:latin typeface="Calibri"/>
              </a:rPr>
              <a:t>Why Build an Image-to-Drawing Plotter?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95" y="1636651"/>
            <a:ext cx="108813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Goal</a:t>
            </a:r>
            <a:br>
              <a:rPr lang="en-US" dirty="0"/>
            </a:br>
            <a:r>
              <a:rPr lang="en-US" dirty="0"/>
              <a:t>AVR-class CNC plotter that goes straight from an ordinary image to a finished pen drawing — no manual path work and learn about CNC machine and how they work</a:t>
            </a:r>
          </a:p>
          <a:p>
            <a:r>
              <a:rPr lang="en-US" b="1" dirty="0"/>
              <a:t>Use cases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Reproducing artwork and line drawings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Tracing PCB layouts and blueprints for documentation</a:t>
            </a:r>
          </a:p>
          <a:p>
            <a:r>
              <a:rPr lang="en-US" b="1" dirty="0"/>
              <a:t>One system, three engineering layers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Computer vision</a:t>
            </a:r>
            <a:r>
              <a:rPr lang="en-US" dirty="0"/>
              <a:t> — image → traced outlines (Python / OpenCV)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Motion control firmware</a:t>
            </a:r>
            <a:r>
              <a:rPr lang="en-US" dirty="0"/>
              <a:t> — G-code → coordinated stepper motion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Embedded communication</a:t>
            </a:r>
            <a:r>
              <a:rPr lang="en-US" dirty="0"/>
              <a:t> — reliable PC ↔ microcontroller serial streaming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2E63"/>
                </a:solidFill>
                <a:latin typeface="Calibri"/>
              </a:rPr>
              <a:t>End-to-End 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059180"/>
            <a:ext cx="932688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2E63"/>
                </a:solidFill>
                <a:latin typeface="Calibri"/>
              </a:rPr>
              <a:t>Mechanical &amp; Electrical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ATmega328P microcontroller16 MHz</a:t>
            </a:r>
            <a:r>
              <a:rPr lang="en-US" sz="1800" dirty="0">
                <a:solidFill>
                  <a:srgbClr val="1F2937"/>
                </a:solidFill>
                <a:latin typeface="Calibri"/>
              </a:rPr>
              <a:t> external </a:t>
            </a:r>
            <a:r>
              <a:rPr lang="en-US" sz="1800" dirty="0" err="1">
                <a:solidFill>
                  <a:srgbClr val="1F2937"/>
                </a:solidFill>
                <a:latin typeface="Calibri"/>
              </a:rPr>
              <a:t>oscilator</a:t>
            </a:r>
            <a:endParaRPr sz="1800" dirty="0">
              <a:solidFill>
                <a:srgbClr val="1F2937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2 × NEMA17 stepper motors + A4988/DRV8825 drivers, 1/16 </a:t>
            </a:r>
            <a:r>
              <a:rPr sz="1800" dirty="0" err="1">
                <a:solidFill>
                  <a:srgbClr val="1F2937"/>
                </a:solidFill>
                <a:latin typeface="Calibri"/>
              </a:rPr>
              <a:t>microstepping</a:t>
            </a:r>
            <a:r>
              <a:rPr sz="1800" dirty="0">
                <a:solidFill>
                  <a:srgbClr val="1F2937"/>
                </a:solidFill>
                <a:latin typeface="Calibri"/>
              </a:rPr>
              <a:t> → 80 steps/mm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275 mm × 190 mm drawing bed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2 × limit switches for automatic homing on power-up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SG90</a:t>
            </a:r>
            <a:r>
              <a:rPr lang="en-US" sz="1800" dirty="0">
                <a:solidFill>
                  <a:srgbClr val="1F2937"/>
                </a:solidFill>
                <a:latin typeface="Calibri"/>
              </a:rPr>
              <a:t> </a:t>
            </a:r>
            <a:r>
              <a:rPr sz="1800" dirty="0">
                <a:solidFill>
                  <a:srgbClr val="1F2937"/>
                </a:solidFill>
                <a:latin typeface="Calibri"/>
              </a:rPr>
              <a:t>servo lifts/lowers the pen (angles tuned per linkage: 40° up / 90° down)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2E63"/>
                </a:solidFill>
                <a:latin typeface="Calibri"/>
              </a:rPr>
              <a:t>Image-to-G-code Pipeline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1106424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222282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OpenCV traces the image into contours, which are simplified and scaled to fit the bed exactly.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2E63"/>
                </a:solidFill>
                <a:latin typeface="Calibri"/>
              </a:rPr>
              <a:t>Plotter Studio — The Desktop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910488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Load an image or an existing .</a:t>
            </a:r>
            <a:r>
              <a:rPr sz="1800" dirty="0" err="1">
                <a:solidFill>
                  <a:srgbClr val="1F2937"/>
                </a:solidFill>
                <a:latin typeface="Calibri"/>
              </a:rPr>
              <a:t>gcode</a:t>
            </a:r>
            <a:r>
              <a:rPr sz="1800" dirty="0">
                <a:solidFill>
                  <a:srgbClr val="1F2937"/>
                </a:solidFill>
                <a:latin typeface="Calibri"/>
              </a:rPr>
              <a:t> file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Tune tracing parameters live: edge/threshold mode, sensitivity, blur, simplification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Fix mirrored/upside-down output with Flip X / Flip Y / Rotate 90°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Preview the exact toolpath before committing to a physical draw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Send directly to the plotter over serial, with live progress and a log — or export the G-code to a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6 / 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A70866-04F3-63B1-C298-0F7875F30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926" y="1073859"/>
            <a:ext cx="5720514" cy="47102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FIRMWARE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2E63"/>
                </a:solidFill>
                <a:latin typeface="Calibri"/>
              </a:rPr>
              <a:t>G-code Interpreter &amp; Flow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Supports standard commands: G0/G1 moves, G28 homing, G90/G91, M3/M4/M5 pen control, G20/G21 units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Coordinated X/Y stepping keeps diagonal lines straight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Two-stage homing: fast approach to the limit switch, back off, then a slow, repeatable re-approach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Every line gets an "ok" reply — this handshake is what lets the host safely stream thousands of lines without overflowing the microcontroller's tiny 64-byte serial buffer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FFFF"/>
                </a:solidFill>
              </a:rPr>
              <a:t>Results — Tested on Real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8 / 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C23921-E60A-BD8E-5BA8-17F067E7E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367" y="1149306"/>
            <a:ext cx="2790945" cy="44668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8CB887-59BD-D642-2D61-B0249E20F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12" y="2235569"/>
            <a:ext cx="2294277" cy="22942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4CB61B-CD69-15DC-463C-A219F4AE12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844" b="15776"/>
          <a:stretch>
            <a:fillRect/>
          </a:stretch>
        </p:blipFill>
        <p:spPr>
          <a:xfrm rot="16200000">
            <a:off x="3248705" y="1857375"/>
            <a:ext cx="3017048" cy="31432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FD0026-A4E8-5CC2-6904-0AD87FE8BD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952" b="39344"/>
          <a:stretch>
            <a:fillRect/>
          </a:stretch>
        </p:blipFill>
        <p:spPr>
          <a:xfrm rot="16200000">
            <a:off x="8576886" y="2287334"/>
            <a:ext cx="4113657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CHALLENGES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2E63"/>
                </a:solidFill>
                <a:latin typeface="Calibri"/>
              </a:rPr>
              <a:t>What I Solved, and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 Future work: acceleration/velocity ramping for smoother, faster moves</a:t>
            </a: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</a:t>
            </a:r>
            <a:r>
              <a:rPr lang="en-US" sz="1800" dirty="0">
                <a:solidFill>
                  <a:srgbClr val="1F2937"/>
                </a:solidFill>
                <a:latin typeface="Calibri"/>
              </a:rPr>
              <a:t>  </a:t>
            </a:r>
            <a:r>
              <a:rPr sz="1800" dirty="0">
                <a:solidFill>
                  <a:srgbClr val="1F2937"/>
                </a:solidFill>
                <a:latin typeface="Calibri"/>
              </a:rPr>
              <a:t>Future work: larger bed size and multi-pen / multi-color support</a:t>
            </a:r>
            <a:endParaRPr lang="en-US" sz="1800" dirty="0">
              <a:solidFill>
                <a:srgbClr val="1F2937"/>
              </a:solidFill>
              <a:latin typeface="Calibri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  <a:latin typeface="Calibri"/>
              </a:rPr>
              <a:t>Make PCB engraving machine </a:t>
            </a:r>
            <a:endParaRPr sz="180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1029</Words>
  <Application>Microsoft Office PowerPoint</Application>
  <PresentationFormat>Widescreen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inuka gamage</cp:lastModifiedBy>
  <cp:revision>4</cp:revision>
  <dcterms:created xsi:type="dcterms:W3CDTF">2013-01-27T09:14:16Z</dcterms:created>
  <dcterms:modified xsi:type="dcterms:W3CDTF">2026-08-11T09:49:30Z</dcterms:modified>
  <cp:category/>
</cp:coreProperties>
</file>